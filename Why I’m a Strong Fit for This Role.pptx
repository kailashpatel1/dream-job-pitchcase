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embeddedFontLst>
    <p:embeddedFont>
      <p:font typeface="Dela Gothic One" panose="020B0604020202020204" charset="-128"/>
      <p:regular r:id="rId7"/>
    </p:embeddedFont>
    <p:embeddedFont>
      <p:font typeface="DM Sans" pitchFamily="2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611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43371" r="9092" b="8622"/>
          <a:stretch>
            <a:fillRect/>
          </a:stretch>
        </p:blipFill>
        <p:spPr>
          <a:xfrm>
            <a:off x="5593998" y="10"/>
            <a:ext cx="10402215" cy="82295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3577" y="1346835"/>
            <a:ext cx="4828032" cy="3844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800" dirty="0">
                <a:latin typeface="+mj-lt"/>
                <a:ea typeface="+mj-ea"/>
                <a:cs typeface="+mj-cs"/>
              </a:rPr>
              <a:t>Application for Python Developer</a:t>
            </a:r>
          </a:p>
        </p:txBody>
      </p:sp>
      <p:sp>
        <p:nvSpPr>
          <p:cNvPr id="4" name="Text 1"/>
          <p:cNvSpPr/>
          <p:nvPr/>
        </p:nvSpPr>
        <p:spPr>
          <a:xfrm>
            <a:off x="573576" y="5847506"/>
            <a:ext cx="4828030" cy="1449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dirty="0"/>
              <a:t>Kailash B.Tech CSE (AI &amp; ML) Aspiring Python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37160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About Me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517583"/>
            <a:ext cx="4226838" cy="2340412"/>
          </a:xfrm>
          <a:prstGeom prst="roundRect">
            <a:avLst>
              <a:gd name="adj" fmla="val 3888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82504" y="3741777"/>
            <a:ext cx="377844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Final Year B.Tech (AI &amp; ML)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82504" y="4584144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foundation in Python programming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201722" y="3517583"/>
            <a:ext cx="4226838" cy="2340412"/>
          </a:xfrm>
          <a:prstGeom prst="roundRect">
            <a:avLst>
              <a:gd name="adj" fmla="val 3888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25916" y="3741777"/>
            <a:ext cx="3778448" cy="106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Good understanding of programming logic and concepts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25916" y="4940379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Basic knowledge of SQL and data handling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45134" y="3517583"/>
            <a:ext cx="4226957" cy="2340412"/>
          </a:xfrm>
          <a:prstGeom prst="roundRect">
            <a:avLst>
              <a:gd name="adj" fmla="val 3888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69329" y="3741777"/>
            <a:ext cx="377856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Hands-on academic and mini projects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9329" y="4584144"/>
            <a:ext cx="377856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Problem-solving mindset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6758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Technical Skills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02218" y="3605213"/>
            <a:ext cx="6604754" cy="2056686"/>
          </a:xfrm>
          <a:prstGeom prst="roundRect">
            <a:avLst>
              <a:gd name="adj" fmla="val 7585"/>
            </a:avLst>
          </a:prstGeom>
          <a:solidFill>
            <a:srgbClr val="C9131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18793" y="3821787"/>
            <a:ext cx="336601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Core Competencies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8793" y="4394597"/>
            <a:ext cx="6171605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(Core concepts, OOP basics)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(Basic queries, data handling)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Structures (Basics)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7139" y="38217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Additional Skills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87139" y="4394597"/>
            <a:ext cx="6292572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Basic understanding of APIs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Logical thinking and debugging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30787"/>
            <a:ext cx="671429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I Am a Good Fit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67676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462326" y="2751177"/>
            <a:ext cx="57175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Ready to contribute to the organization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50574" y="267676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54591" y="2751177"/>
            <a:ext cx="472654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Quick learner and adaptable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58309" y="3896916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62326" y="3971330"/>
            <a:ext cx="57175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Focused on writing clean and efficient code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50574" y="3896916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54591" y="3971330"/>
            <a:ext cx="57175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Strong willingness to grow in Python development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83231" y="5171242"/>
            <a:ext cx="1278886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83231" y="5761673"/>
            <a:ext cx="127888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 am eager to begin my career as a Python developer, apply my knowledge, continuously improve, and contribute positively to the team."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309" y="4927521"/>
            <a:ext cx="30480" cy="1771293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151</Words>
  <Application>Microsoft Office PowerPoint</Application>
  <PresentationFormat>Custom</PresentationFormat>
  <Paragraphs>27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DM Sans</vt:lpstr>
      <vt:lpstr>Arial</vt:lpstr>
      <vt:lpstr>Dela Gothic One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Chandra Bhawan</dc:creator>
  <cp:lastModifiedBy>Chandra Bhawan</cp:lastModifiedBy>
  <cp:revision>2</cp:revision>
  <dcterms:created xsi:type="dcterms:W3CDTF">2026-02-17T19:06:00Z</dcterms:created>
  <dcterms:modified xsi:type="dcterms:W3CDTF">2026-02-18T04:51:51Z</dcterms:modified>
</cp:coreProperties>
</file>